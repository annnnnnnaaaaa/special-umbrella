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_rels/presentation.xml.rels><?xml version="1.0" encoding="UTF-8" standalone="no" ?>
<Relationships xmlns="http://schemas.openxmlformats.org/package/2006/relationships">
  <Relationship Id="rId24" Target="tableStyles.xml" Type="http://schemas.openxmlformats.org/officeDocument/2006/relationships/tableStyles"/>
  <Relationship Id="rId17" Target="slides/slide15.xml" Type="http://schemas.openxmlformats.org/officeDocument/2006/relationships/slide"/>
  <Relationship Id="rId7" Target="slides/slide5.xml" Type="http://schemas.openxmlformats.org/officeDocument/2006/relationships/slide"/>
  <Relationship Id="rId6" Target="slides/slide4.xml" Type="http://schemas.openxmlformats.org/officeDocument/2006/relationships/slide"/>
  <Relationship Id="rId14" Target="slides/slide12.xml" Type="http://schemas.openxmlformats.org/officeDocument/2006/relationships/slide"/>
  <Relationship Id="rId13" Target="slides/slide11.xml" Type="http://schemas.openxmlformats.org/officeDocument/2006/relationships/slide"/>
  <Relationship Id="rId22" Target="slides/slide20.xml" Type="http://schemas.openxmlformats.org/officeDocument/2006/relationships/slide"/>
  <Relationship Id="rId18" Target="slides/slide16.xml" Type="http://schemas.openxmlformats.org/officeDocument/2006/relationships/slide"/>
  <Relationship Id="rId4" Target="slides/slide2.xml" Type="http://schemas.openxmlformats.org/officeDocument/2006/relationships/slide"/>
  <Relationship Id="rId3" Target="slides/slide1.xml" Type="http://schemas.openxmlformats.org/officeDocument/2006/relationships/slide"/>
  <Relationship Id="rId12" Target="slides/slide10.xml" Type="http://schemas.openxmlformats.org/officeDocument/2006/relationships/slide"/>
  <Relationship Id="rId10" Target="slides/slide8.xml" Type="http://schemas.openxmlformats.org/officeDocument/2006/relationships/slide"/>
  <Relationship Id="rId19" Target="slides/slide17.xml" Type="http://schemas.openxmlformats.org/officeDocument/2006/relationships/slide"/>
  <Relationship Id="rId5" Target="slides/slide3.xml" Type="http://schemas.openxmlformats.org/officeDocument/2006/relationships/slide"/>
  <Relationship Id="rId11" Target="slides/slide9.xml" Type="http://schemas.openxmlformats.org/officeDocument/2006/relationships/slide"/>
  <Relationship Id="rId8" Target="slides/slide6.xml" Type="http://schemas.openxmlformats.org/officeDocument/2006/relationships/slide"/>
  <Relationship Id="rId16" Target="slides/slide14.xml" Type="http://schemas.openxmlformats.org/officeDocument/2006/relationships/slide"/>
  <Relationship Id="rId20" Target="slides/slide18.xml" Type="http://schemas.openxmlformats.org/officeDocument/2006/relationships/slide"/>
  <Relationship Id="rId2" Target="slideMasters/slideMaster1.xml" Type="http://schemas.openxmlformats.org/officeDocument/2006/relationships/slideMaster"/>
  <Relationship Id="rId21" Target="slides/slide19.xml" Type="http://schemas.openxmlformats.org/officeDocument/2006/relationships/slide"/>
  <Relationship Id="rId9" Target="slides/slide7.xml" Type="http://schemas.openxmlformats.org/officeDocument/2006/relationships/slide"/>
  <Relationship Id="rId15" Target="slides/slide13.xml" Type="http://schemas.openxmlformats.org/officeDocument/2006/relationships/slide"/>
  <Relationship Id="rId23" Target="slides/slide21.xml" Type="http://schemas.openxmlformats.org/officeDocument/2006/relationships/slide"/>
  <Relationship Id="rId1" Target="theme/theme1.xml" Type="http://schemas.openxmlformats.org/officeDocument/2006/relationships/them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34" name="GroupShape 3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5" name="Shape 35"/>
          <p:cNvSpPr txBox="true"/>
          <p:nvPr isPhoto="false">
            <p:ph idx="0" type="title"/>
          </p:nvPr>
        </p:nvSpPr>
        <p:spPr>
          <a:xfrm flipH="false" flipV="false" rot="0"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defPPr/>
            <a:lvl1pPr algn="ctr" lvl="0"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36" name="Shape 36"/>
          <p:cNvSpPr txBox="true"/>
          <p:nvPr isPhoto="false">
            <p:ph idx="1" type="subTitle"/>
          </p:nvPr>
        </p:nvSpPr>
        <p:spPr>
          <a:xfrm flipH="false" flipV="false" rot="0"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defPPr/>
            <a:lvl1pPr algn="ctr" indent="0" lvl="0" marL="0">
              <a:buNone/>
              <a:defRPr sz="2400"/>
            </a:lvl1pPr>
            <a:lvl2pPr algn="ctr" indent="0" lvl="1" marL="457200">
              <a:buNone/>
              <a:defRPr sz="2000"/>
            </a:lvl2pPr>
            <a:lvl3pPr algn="ctr" indent="0" lvl="2" marL="914400">
              <a:buNone/>
              <a:defRPr sz="1800"/>
            </a:lvl3pPr>
            <a:lvl4pPr algn="ctr" indent="0" lvl="3" marL="1371600">
              <a:buNone/>
              <a:defRPr sz="1600"/>
            </a:lvl4pPr>
            <a:lvl5pPr algn="ctr" indent="0" lvl="4" marL="1828800">
              <a:buNone/>
              <a:defRPr sz="1600"/>
            </a:lvl5pPr>
            <a:lvl6pPr algn="ctr" indent="0" lvl="5" marL="2286000">
              <a:buNone/>
              <a:defRPr sz="1600"/>
            </a:lvl6pPr>
            <a:lvl7pPr algn="ctr" indent="0" lvl="6" marL="2743200">
              <a:buNone/>
              <a:defRPr sz="1600"/>
            </a:lvl7pPr>
            <a:lvl8pPr algn="ctr" indent="0" lvl="7" marL="3200400">
              <a:buNone/>
              <a:defRPr sz="1600"/>
            </a:lvl8pPr>
            <a:lvl9pPr algn="ctr" indent="0" lvl="8" marL="3657600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hidden="false" id="37" name="Shape 3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38" name="Shape 3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9" name="Shape 3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2E22FFE4-C6BE-4086-BB60-D0945C0EF513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40" name="GroupShape 4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1" name="Shape 4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hidden="false" id="42" name="Shape 42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43" name="Shape 4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44" name="Shape 4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5" name="Shape 4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14FFB406-0366-4645-B3BF-2E73E085A383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28" name="GroupShape 2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9" name="Shape 29"/>
          <p:cNvSpPr txBox="true"/>
          <p:nvPr isPhoto="false">
            <p:ph idx="0" type="title"/>
          </p:nvPr>
        </p:nvSpPr>
        <p:spPr>
          <a:xfrm flipH="false" flipV="false" rot="0"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30" name="Shape 30"/>
          <p:cNvSpPr txBox="true"/>
          <p:nvPr isPhoto="false">
            <p:ph idx="1" type="body"/>
          </p:nvPr>
        </p:nvSpPr>
        <p:spPr>
          <a:xfrm flipH="false" flipV="false" rot="0"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lvl="1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hidden="false" id="31" name="Shape 3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32" name="Shape 32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3" name="Shape 33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3A22232C-05BF-434C-9F84-F76CD146A6D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14" name="GroupShape 1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" name="Shape 1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hidden="false" id="16" name="Shape 1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17" name="Shape 17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8" name="Shape 1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966604B9-C838-4742-9BDD-5B2061486F57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46" name="GroupShape 4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7" name="Shape 4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hidden="false" id="48" name="Shape 48"/>
          <p:cNvSpPr txBox="true"/>
          <p:nvPr isPhoto="false">
            <p:ph idx="1" type="body"/>
          </p:nvPr>
        </p:nvSpPr>
        <p:spPr>
          <a:xfrm flipH="false" flipV="false" rot="0"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49" name="Shape 49"/>
          <p:cNvSpPr txBox="true"/>
          <p:nvPr isPhoto="false">
            <p:ph idx="2" type="body"/>
          </p:nvPr>
        </p:nvSpPr>
        <p:spPr>
          <a:xfrm flipH="false" flipV="false" rot="0"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50" name="Shape 5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51" name="Shape 5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2" name="Shape 5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4E4A1E56-1919-42BF-807F-2CACD7F75EC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72" name="GroupShape 7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3" name="Shape 7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74" name="Shape 7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5" name="Shape 7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A418D5F-9948-4AB5-8D48-D2894C74CEC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TxTwoObj">
  <p:cSld name="Comparison">
    <p:spTree>
      <p:nvGrpSpPr>
        <p:cNvPr hidden="false" id="19" name="GroupShape 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" name="Shape 20"/>
          <p:cNvSpPr txBox="true"/>
          <p:nvPr isPhoto="false">
            <p:ph idx="0" type="title"/>
          </p:nvPr>
        </p:nvSpPr>
        <p:spPr>
          <a:xfrm flipH="false" flipV="false" rot="0">
            <a:off x="839788" y="365125"/>
            <a:ext cx="10515600" cy="1325562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hidden="false" id="21" name="Shape 21"/>
          <p:cNvSpPr txBox="true"/>
          <p:nvPr isPhoto="false">
            <p:ph idx="1" type="body"/>
          </p:nvPr>
        </p:nvSpPr>
        <p:spPr>
          <a:xfrm flipH="false" flipV="false" rot="0">
            <a:off x="839788" y="1681163"/>
            <a:ext cx="5157787" cy="823911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hidden="false" id="22" name="Shape 22"/>
          <p:cNvSpPr txBox="true"/>
          <p:nvPr isPhoto="false">
            <p:ph idx="2" type="body"/>
          </p:nvPr>
        </p:nvSpPr>
        <p:spPr>
          <a:xfrm flipH="false" flipV="false" rot="0"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23" name="Shape 23"/>
          <p:cNvSpPr txBox="true"/>
          <p:nvPr isPhoto="false">
            <p:ph idx="3" type="body"/>
          </p:nvPr>
        </p:nvSpPr>
        <p:spPr>
          <a:xfrm flipH="false" flipV="false" rot="0">
            <a:off x="6172200" y="1681163"/>
            <a:ext cx="5183187" cy="823911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hidden="false" id="24" name="Shape 24"/>
          <p:cNvSpPr txBox="true"/>
          <p:nvPr isPhoto="false">
            <p:ph idx="4" type="body"/>
          </p:nvPr>
        </p:nvSpPr>
        <p:spPr>
          <a:xfrm flipH="false" flipV="false" rot="0">
            <a:off x="6172200" y="2505075"/>
            <a:ext cx="5183187" cy="368458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25" name="Shape 25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26" name="Shape 26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7" name="Shape 27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698D7AC6-0758-41C0-B7CF-343D2C548DF9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Tx">
  <p:cSld name="Title, Text and Object">
    <p:spTree>
      <p:nvGrpSpPr>
        <p:cNvPr hidden="false" id="59" name="GroupShape 5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0" name="Shape 60"/>
          <p:cNvSpPr txBox="true"/>
          <p:nvPr isPhoto="false">
            <p:ph idx="0" type="title"/>
          </p:nvPr>
        </p:nvSpPr>
        <p:spPr>
          <a:xfrm flipH="false" flipV="false" rot="0"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61" name="Shape 61"/>
          <p:cNvSpPr txBox="true"/>
          <p:nvPr isPhoto="false">
            <p:ph idx="1" type="body"/>
          </p:nvPr>
        </p:nvSpPr>
        <p:spPr>
          <a:xfrm flipH="false" flipV="false" rot="0">
            <a:off x="5183188" y="987425"/>
            <a:ext cx="6172199" cy="4873625"/>
          </a:xfrm>
          <a:prstGeom prst="rect">
            <a:avLst/>
          </a:prstGeom>
        </p:spPr>
        <p:txBody>
          <a:bodyPr/>
          <a:lstStyle>
            <a:defPPr/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62" name="Shape 62"/>
          <p:cNvSpPr txBox="true"/>
          <p:nvPr isPhoto="false">
            <p:ph idx="2" type="body"/>
          </p:nvPr>
        </p:nvSpPr>
        <p:spPr>
          <a:xfrm flipH="false" flipV="false" rot="0"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600"/>
            </a:lvl1pPr>
            <a:lvl2pPr indent="0" lvl="1" marL="457200">
              <a:buNone/>
              <a:defRPr sz="1400"/>
            </a:lvl2pPr>
            <a:lvl3pPr indent="0" lvl="2" marL="914400">
              <a:buNone/>
              <a:defRPr sz="1200"/>
            </a:lvl3pPr>
            <a:lvl4pPr indent="0" lvl="3" marL="1371600">
              <a:buNone/>
              <a:defRPr sz="1000"/>
            </a:lvl4pPr>
            <a:lvl5pPr indent="0" lvl="4" marL="1828800">
              <a:buNone/>
              <a:defRPr sz="1000"/>
            </a:lvl5pPr>
            <a:lvl6pPr indent="0" lvl="5" marL="2286000">
              <a:buNone/>
              <a:defRPr sz="1000"/>
            </a:lvl6pPr>
            <a:lvl7pPr indent="0" lvl="6" marL="2743200">
              <a:buNone/>
              <a:defRPr sz="1000"/>
            </a:lvl7pPr>
            <a:lvl8pPr indent="0" lvl="7" marL="3200400">
              <a:buNone/>
              <a:defRPr sz="1000"/>
            </a:lvl8pPr>
            <a:lvl9pPr indent="0" lvl="8" marL="3657600">
              <a:buNone/>
              <a:defRPr sz="10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hidden="false" id="63" name="Shape 6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64" name="Shape 6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5" name="Shape 6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85FA936-24AD-4CBA-B27C-A48657C078A6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picTx">
  <p:cSld name="Title and Picture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0" type="title"/>
          </p:nvPr>
        </p:nvSpPr>
        <p:spPr>
          <a:xfrm flipH="false" flipV="false" rot="0"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9" name="Shape 9"/>
          <p:cNvSpPr txBox="true"/>
          <p:nvPr isPhoto="false">
            <p:ph idx="1" type="body"/>
          </p:nvPr>
        </p:nvSpPr>
        <p:spPr>
          <a:xfrm flipH="false" flipV="false" rot="0">
            <a:off x="5183188" y="987425"/>
            <a:ext cx="6172199" cy="4873625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3200"/>
            </a:lvl1pPr>
            <a:lvl2pPr indent="0" lvl="1" marL="457200">
              <a:buNone/>
              <a:defRPr sz="2800"/>
            </a:lvl2pPr>
            <a:lvl3pPr indent="0" lvl="2" marL="914400">
              <a:buNone/>
              <a:defRPr sz="2400"/>
            </a:lvl3pPr>
            <a:lvl4pPr indent="0" lvl="3" marL="1371600">
              <a:buNone/>
              <a:defRPr sz="2000"/>
            </a:lvl4pPr>
            <a:lvl5pPr indent="0" lvl="4" marL="1828800">
              <a:buNone/>
              <a:defRPr sz="2000"/>
            </a:lvl5pPr>
            <a:lvl6pPr indent="0" lvl="5" marL="2286000">
              <a:buNone/>
              <a:defRPr sz="2000"/>
            </a:lvl6pPr>
            <a:lvl7pPr indent="0" lvl="6" marL="2743200">
              <a:buNone/>
              <a:defRPr sz="2000"/>
            </a:lvl7pPr>
            <a:lvl8pPr indent="0" lvl="7" marL="3200400">
              <a:buNone/>
              <a:defRPr sz="2000"/>
            </a:lvl8pPr>
            <a:lvl9pPr indent="0" lvl="8" marL="3657600">
              <a:buNone/>
              <a:defRPr sz="2000"/>
            </a:lvl9pPr>
          </a:lstStyle>
          <a:p/>
        </p:txBody>
      </p:sp>
      <p:sp>
        <p:nvSpPr>
          <p:cNvPr hidden="false" id="10" name="Shape 10"/>
          <p:cNvSpPr txBox="true"/>
          <p:nvPr isPhoto="false">
            <p:ph idx="2" type="body"/>
          </p:nvPr>
        </p:nvSpPr>
        <p:spPr>
          <a:xfrm flipH="false" flipV="false" rot="0"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600"/>
            </a:lvl1pPr>
            <a:lvl2pPr indent="0" lvl="1" marL="457200">
              <a:buNone/>
              <a:defRPr sz="1400"/>
            </a:lvl2pPr>
            <a:lvl3pPr indent="0" lvl="2" marL="914400">
              <a:buNone/>
              <a:defRPr sz="1200"/>
            </a:lvl3pPr>
            <a:lvl4pPr indent="0" lvl="3" marL="1371600">
              <a:buNone/>
              <a:defRPr sz="1000"/>
            </a:lvl4pPr>
            <a:lvl5pPr indent="0" lvl="4" marL="1828800">
              <a:buNone/>
              <a:defRPr sz="1000"/>
            </a:lvl5pPr>
            <a:lvl6pPr indent="0" lvl="5" marL="2286000">
              <a:buNone/>
              <a:defRPr sz="1000"/>
            </a:lvl6pPr>
            <a:lvl7pPr indent="0" lvl="6" marL="2743200">
              <a:buNone/>
              <a:defRPr sz="1000"/>
            </a:lvl7pPr>
            <a:lvl8pPr indent="0" lvl="7" marL="3200400">
              <a:buNone/>
              <a:defRPr sz="1000"/>
            </a:lvl8pPr>
            <a:lvl9pPr indent="0" lvl="8" marL="3657600">
              <a:buNone/>
              <a:defRPr sz="10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hidden="false" id="11" name="Shape 1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12" name="Shape 12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3" name="Shape 13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73957651-4D38-49DB-ADE0-5F1C9B2A62C1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x">
  <p:cSld name="Title and Vertical Text">
    <p:spTree>
      <p:nvGrpSpPr>
        <p:cNvPr hidden="false" id="66" name="GroupShape 6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7" name="Shape 6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hidden="false" id="68" name="Shape 68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69" name="Shape 69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70" name="Shape 70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1" name="Shape 71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89EA7B00-52CA-4AA0-B4FF-7EBA3C287E37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itleAndTx">
  <p:cSld name="Vertical Title and Text">
    <p:spTree>
      <p:nvGrpSpPr>
        <p:cNvPr hidden="false" id="53" name="GroupShape 5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4" name="Shape 54"/>
          <p:cNvSpPr txBox="true"/>
          <p:nvPr isPhoto="false">
            <p:ph idx="0" type="title"/>
          </p:nvPr>
        </p:nvSpPr>
        <p:spPr>
          <a:xfrm flipH="false" flipV="false" rot="0"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hidden="false" id="55" name="Shape 55"/>
          <p:cNvSpPr txBox="true"/>
          <p:nvPr isPhoto="false">
            <p:ph idx="1" type="body"/>
          </p:nvPr>
        </p:nvSpPr>
        <p:spPr>
          <a:xfrm flipH="false" flipV="false" rot="0"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56" name="Shape 5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57" name="Shape 57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8" name="Shape 5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1C169864-9729-4D26-B452-66C060BAEA90}" type="slidenum">
              <a:t>&lt;#&gt;</a:t>
            </a:fld>
          </a:p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12" Target="../slideLayouts/slideLayout11.xml" Type="http://schemas.openxmlformats.org/officeDocument/2006/relationships/slideLayout"/>
  <Relationship Id="rId10" Target="../slideLayouts/slideLayout9.xml" Type="http://schemas.openxmlformats.org/officeDocument/2006/relationships/slideLayout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8" Target="../slideLayouts/slideLayout7.xml" Type="http://schemas.openxmlformats.org/officeDocument/2006/relationships/slideLayout"/>
  <Relationship Id="rId4" Target="../slideLayouts/slideLayout3.xml" Type="http://schemas.openxmlformats.org/officeDocument/2006/relationships/slideLayout"/>
  <Relationship Id="rId11" Target="../slideLayouts/slideLayout10.xml" Type="http://schemas.openxmlformats.org/officeDocument/2006/relationships/slideLayout"/>
  <Relationship Id="rId9" Target="../slideLayouts/slideLayout8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838200" y="365125"/>
            <a:ext cx="10515600" cy="1325562"/>
          </a:xfrm>
          <a:prstGeom prst="rect">
            <a:avLst/>
          </a:prstGeom>
        </p:spPr>
        <p:txBody>
          <a:bodyPr anchor="ctr" bIns="45720" lIns="91440" rIns="91440" tIns="45720" vert="horz">
            <a:normAutofit fontScale="100%" lnSpcReduction="0%"/>
          </a:bodyPr>
          <a:p>
            <a:r>
              <a:t>Образец заголовка</a:t>
            </a:r>
          </a:p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tIns="45720" vert="horz">
            <a:normAutofit fontScale="100%" lnSpcReduction="0%"/>
          </a:bodyPr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4" name="Shape 4"/>
          <p:cNvSpPr txBox="true"/>
          <p:nvPr isPhoto="false">
            <p:ph idx="2" type="dt"/>
          </p:nvPr>
        </p:nvSpPr>
        <p:spPr>
          <a:xfrm flipH="false" flipV="false" rot="0"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l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15.05.2026</a:t>
            </a:r>
          </a:p>
        </p:txBody>
      </p:sp>
      <p:sp>
        <p:nvSpPr>
          <p:cNvPr hidden="false" id="5" name="Shape 5"/>
          <p:cNvSpPr txBox="true"/>
          <p:nvPr isPhoto="false">
            <p:ph idx="3" type="ftr"/>
          </p:nvPr>
        </p:nvSpPr>
        <p:spPr>
          <a:xfrm flipH="false" flipV="false" rot="0"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ct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4" type="sldNum"/>
          </p:nvPr>
        </p:nvSpPr>
        <p:spPr>
          <a:xfrm flipH="false" flipV="false" rot="0"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A1B4FE-8FB6-482B-AC2A-4A4F6DDE56A0}" type="slidenum">
              <a:t>&lt;#&gt;</a:t>
            </a:fld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defPPr/>
      <a:lvl1pPr algn="l" lvl="0">
        <a:lnSpc>
          <a:spcPct val="90000"/>
        </a:lnSpc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228600" lvl="0" marL="2286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algn="l" indent="-228600" lvl="1" marL="6858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algn="l" indent="-228600" lvl="2" marL="11430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algn="l" indent="-228600" lvl="3" marL="16002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algn="l" indent="-228600" lvl="4" marL="2057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algn="l" indent="-228600" lvl="5" marL="25146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algn="l" indent="-228600" lvl="6" marL="29718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algn="l" indent="-228600" lvl="7" marL="34290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algn="l" indent="-228600" lvl="8" marL="38862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800">
          <a:latin typeface="+mn-lt"/>
          <a:ea typeface="+mn-ea"/>
          <a:cs typeface="+mn-cs"/>
        </a:defRPr>
      </a:lvl1pPr>
      <a:lvl2pPr algn="l" indent="0" lvl="1" marL="457200">
        <a:defRPr sz="1800">
          <a:latin typeface="+mn-lt"/>
          <a:ea typeface="+mn-ea"/>
          <a:cs typeface="+mn-cs"/>
        </a:defRPr>
      </a:lvl2pPr>
      <a:lvl3pPr algn="l" indent="0" lvl="2" marL="914400">
        <a:defRPr sz="1800">
          <a:latin typeface="+mn-lt"/>
          <a:ea typeface="+mn-ea"/>
          <a:cs typeface="+mn-cs"/>
        </a:defRPr>
      </a:lvl3pPr>
      <a:lvl4pPr algn="l" indent="0" lvl="3" marL="1371600">
        <a:defRPr sz="1800">
          <a:latin typeface="+mn-lt"/>
          <a:ea typeface="+mn-ea"/>
          <a:cs typeface="+mn-cs"/>
        </a:defRPr>
      </a:lvl4pPr>
      <a:lvl5pPr algn="l" indent="0" lvl="4" marL="1828800">
        <a:defRPr sz="1800">
          <a:latin typeface="+mn-lt"/>
          <a:ea typeface="+mn-ea"/>
          <a:cs typeface="+mn-cs"/>
        </a:defRPr>
      </a:lvl5pPr>
      <a:lvl6pPr algn="l" indent="0" lvl="5" marL="2286000">
        <a:defRPr sz="1800">
          <a:latin typeface="+mn-lt"/>
          <a:ea typeface="+mn-ea"/>
          <a:cs typeface="+mn-cs"/>
        </a:defRPr>
      </a:lvl6pPr>
      <a:lvl7pPr algn="l" indent="0" lvl="6" marL="2743200">
        <a:defRPr sz="1800">
          <a:latin typeface="+mn-lt"/>
          <a:ea typeface="+mn-ea"/>
          <a:cs typeface="+mn-cs"/>
        </a:defRPr>
      </a:lvl7pPr>
      <a:lvl8pPr algn="l" indent="0" lvl="7" marL="3200400">
        <a:defRPr sz="1800">
          <a:latin typeface="+mn-lt"/>
          <a:ea typeface="+mn-ea"/>
          <a:cs typeface="+mn-cs"/>
        </a:defRPr>
      </a:lvl8pPr>
      <a:lvl9pPr algn="l" indent="0" lvl="8" marL="3657600">
        <a:defRPr sz="18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1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2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3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4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6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7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8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9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20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21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6" name="GroupShape 7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7" name="Shape 7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lnSpc>
                <a:spcPct val="90000"/>
              </a:lnSpc>
              <a:buNone/>
            </a:pPr>
            <a:r>
              <a:t>Программирование</a:t>
            </a:r>
          </a:p>
        </p:txBody>
      </p:sp>
      <p:sp>
        <p:nvSpPr>
          <p:cNvPr hidden="false" id="78" name="Shape 78"/>
          <p:cNvSpPr txBox="true"/>
          <p:nvPr isPhoto="false">
            <p:ph idx="1" type="sub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9" name="GroupShape 7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0" name="Shape 80"/>
          <p:cNvSpPr txBox="true"/>
          <p:nvPr isPhoto="false">
            <p:ph idx="0" type="title"/>
          </p:nvPr>
        </p:nvSpPr>
        <p:spPr>
          <a:xfrm flipH="false" flipV="false" rot="0">
            <a:off x="838199" y="365125"/>
            <a:ext cx="10515600" cy="1325562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длину стороны квадрата. Вывести на экран площадь квадрата.</a:t>
            </a:r>
          </a:p>
        </p:txBody>
      </p:sp>
      <p:sp>
        <p:nvSpPr>
          <p:cNvPr hidden="false" id="81" name="Shape 81"/>
          <p:cNvSpPr txBox="true"/>
          <p:nvPr isPhoto="false">
            <p:ph idx="1" type="body"/>
          </p:nvPr>
        </p:nvSpPr>
        <p:spPr>
          <a:xfrm flipH="false" flipV="false" rot="0">
            <a:off x="913645" y="1995377"/>
            <a:ext cx="10515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a = float(input("Введите длину стороны квадрата: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print(f"Площадь квадрата: {a**2}")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2" name="GroupShape 8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3" name="Shape 83"/>
          <p:cNvSpPr txBox="true"/>
          <p:nvPr isPhoto="false">
            <p:ph idx="0" type="title"/>
          </p:nvPr>
        </p:nvSpPr>
        <p:spPr>
          <a:xfrm flipH="false" flipV="false" rot="0">
            <a:off x="725031" y="462390"/>
            <a:ext cx="10515600" cy="1596095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длины сторон прямоугольника. Вывести на экран площадь прямоугольника.</a:t>
            </a:r>
          </a:p>
        </p:txBody>
      </p:sp>
      <p:sp>
        <p:nvSpPr>
          <p:cNvPr hidden="false" id="84" name="Shape 84"/>
          <p:cNvSpPr txBox="true"/>
          <p:nvPr isPhoto="false">
            <p:ph idx="1" type="body"/>
          </p:nvPr>
        </p:nvSpPr>
        <p:spPr>
          <a:xfrm flipH="false" flipV="false" rot="0">
            <a:off x="593002" y="2410328"/>
            <a:ext cx="10515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a = float(input("Введите длину прямоугольника: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b = float(input("Введите ширину прямоугольника: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print(f"Площадь прямоугольника: {a * b}")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5" name="GroupShape 8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6" name="Shape 86"/>
          <p:cNvSpPr txBox="true"/>
          <p:nvPr isPhoto="false">
            <p:ph idx="0" type="title"/>
          </p:nvPr>
        </p:nvSpPr>
        <p:spPr>
          <a:xfrm flipH="false" flipV="false" rot="0">
            <a:off x="819338" y="365125"/>
            <a:ext cx="10515600" cy="1325562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два числа. Вывести на экран их среднее арифметическое.</a:t>
            </a:r>
          </a:p>
        </p:txBody>
      </p:sp>
      <p:sp>
        <p:nvSpPr>
          <p:cNvPr hidden="false" id="87" name="Shape 87"/>
          <p:cNvSpPr txBox="true"/>
          <p:nvPr isPhoto="false">
            <p:ph idx="1" type="body"/>
          </p:nvPr>
        </p:nvSpPr>
        <p:spPr>
          <a:xfrm flipH="false" flipV="false" rot="0">
            <a:off x="847630" y="1816194"/>
            <a:ext cx="10515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x = float(input("Введите первое число: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y = float(input("Введите второе число: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print(f"Среднее арифметическое: {(x + y) / 2}")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8" name="GroupShape 8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9" name="Shape 8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два числа. Вывести на экран их среднее геометрическое.</a:t>
            </a:r>
          </a:p>
        </p:txBody>
      </p:sp>
      <p:sp>
        <p:nvSpPr>
          <p:cNvPr hidden="false" id="90" name="Shape 90"/>
          <p:cNvSpPr txBox="true"/>
          <p:nvPr isPhoto="false">
            <p:ph idx="1" type="body"/>
          </p:nvPr>
        </p:nvSpPr>
        <p:spPr>
          <a:xfrm flipH="false" flipV="false" rot="0">
            <a:off x="913645" y="2070822"/>
            <a:ext cx="10515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import math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x = float(input("Введите первое число (положительное):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y = float(input("Введите второе число (положительное):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print(f"Среднее геометрическое: {math.sqrt(x * y)}")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1" name="GroupShape 9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2" name="Shape 92"/>
          <p:cNvSpPr txBox="true"/>
          <p:nvPr isPhoto="false">
            <p:ph idx="0" type="title"/>
          </p:nvPr>
        </p:nvSpPr>
        <p:spPr>
          <a:xfrm flipH="false" flipV="false" rot="0">
            <a:off x="753323" y="462104"/>
            <a:ext cx="10515600" cy="1690688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длины катетов прямоугольного треугольника. Вывести на экран его гипотенузу и площадь.</a:t>
            </a:r>
          </a:p>
        </p:txBody>
      </p:sp>
      <p:sp>
        <p:nvSpPr>
          <p:cNvPr hidden="false" id="93" name="Shape 93"/>
          <p:cNvSpPr txBox="true"/>
          <p:nvPr isPhoto="false">
            <p:ph idx="1" type="body"/>
          </p:nvPr>
        </p:nvSpPr>
        <p:spPr>
          <a:xfrm flipH="false" flipV="false" rot="0">
            <a:off x="904214" y="2514065"/>
            <a:ext cx="10515600" cy="4351337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import math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a = float(input("Введите первый катет: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b = float(input("Введите второй катет: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hyp = math.sqrt(a**2 + b**2)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area = 0.5 * a * b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print(f"Гипотенуза: {hyp:.2f}, Площадь: {area:.2f}")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4" name="GroupShape 9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5" name="Shape 95"/>
          <p:cNvSpPr txBox="true"/>
          <p:nvPr isPhoto="false">
            <p:ph idx="0" type="title"/>
          </p:nvPr>
        </p:nvSpPr>
        <p:spPr>
          <a:xfrm flipH="false" flipV="false" rot="0">
            <a:off x="809907" y="459431"/>
            <a:ext cx="10515600" cy="1325563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число </a:t>
            </a:r>
            <a:r>
              <a:t>N. </a:t>
            </a:r>
            <a:r>
              <a:t>Вывести на экран через запятую (</a:t>
            </a:r>
            <a:r>
              <a:t>N-1</a:t>
            </a:r>
            <a:r>
              <a:t>)</a:t>
            </a:r>
            <a:r>
              <a:rPr baseline="30000"/>
              <a:t>2</a:t>
            </a:r>
            <a:r>
              <a:t>, N</a:t>
            </a:r>
            <a:r>
              <a:rPr baseline="30000"/>
              <a:t>2</a:t>
            </a:r>
            <a:r>
              <a:t>, (N+1)</a:t>
            </a:r>
            <a:r>
              <a:rPr baseline="30000"/>
              <a:t>2</a:t>
            </a:r>
            <a:endParaRPr baseline="30000"/>
          </a:p>
        </p:txBody>
      </p:sp>
      <p:sp>
        <p:nvSpPr>
          <p:cNvPr hidden="false" id="96" name="Shape 96"/>
          <p:cNvSpPr txBox="true"/>
          <p:nvPr isPhoto="false">
            <p:ph idx="1" type="body"/>
          </p:nvPr>
        </p:nvSpPr>
        <p:spPr>
          <a:xfrm flipH="false" flipV="false" rot="0">
            <a:off x="753323" y="1919932"/>
            <a:ext cx="10515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n = int(input("Введите число N: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print(f"{(n-1)**2}, {n**2}, {(n+1)**2}")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7" name="GroupShape 9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8" name="Shape 9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год. Вывести на экран ответ, является ли год високосным.</a:t>
            </a:r>
          </a:p>
        </p:txBody>
      </p:sp>
      <p:sp>
        <p:nvSpPr>
          <p:cNvPr hidden="false" id="99" name="Shape 99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year = int(input("Введите год: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if (year % 4 == 0 and year % 100 != 0) or (year % 400 == 0):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print("Год високосный")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else: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print("Год не високосный")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0" name="GroupShape 10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1" name="Shape 101"/>
          <p:cNvSpPr txBox="true"/>
          <p:nvPr isPhoto="false">
            <p:ph idx="0" type="title"/>
          </p:nvPr>
        </p:nvSpPr>
        <p:spPr>
          <a:xfrm flipH="false" flipV="false" rot="0">
            <a:off x="904214" y="348936"/>
            <a:ext cx="10515600" cy="1690688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целое число. Программа должна ответить, четным или нечетным является это число.</a:t>
            </a:r>
          </a:p>
        </p:txBody>
      </p:sp>
      <p:sp>
        <p:nvSpPr>
          <p:cNvPr hidden="false" id="102" name="Shape 102"/>
          <p:cNvSpPr txBox="true"/>
          <p:nvPr isPhoto="false">
            <p:ph idx="1" type="body"/>
          </p:nvPr>
        </p:nvSpPr>
        <p:spPr>
          <a:xfrm flipH="false" flipV="false" rot="0">
            <a:off x="838200" y="2183991"/>
            <a:ext cx="10515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num = int(input("Введите целое число: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print("Четное" if num % 2 == 0 else "Нечетное")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1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3" name="GroupShape 10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4" name="Shape 104"/>
          <p:cNvSpPr txBox="true"/>
          <p:nvPr isPhoto="false">
            <p:ph idx="0" type="title"/>
          </p:nvPr>
        </p:nvSpPr>
        <p:spPr>
          <a:xfrm flipH="false" flipV="false" rot="0">
            <a:off x="489264" y="216906"/>
            <a:ext cx="10515600" cy="1737841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rPr sz="3600"/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sz="3600"/>
          </a:p>
        </p:txBody>
      </p:sp>
      <p:sp>
        <p:nvSpPr>
          <p:cNvPr hidden="false" id="105" name="Shape 105"/>
          <p:cNvSpPr txBox="true"/>
          <p:nvPr isPhoto="false">
            <p:ph idx="1" type="body"/>
          </p:nvPr>
        </p:nvSpPr>
        <p:spPr>
          <a:xfrm flipH="false" flipV="false" rot="0">
            <a:off x="460972" y="2051961"/>
            <a:ext cx="10515600" cy="4398490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a = float(input("Введите первое число: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b = float(input("Введите второе число: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print(a + b if a &lt; b else a - b)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1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6" name="GroupShape 10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7" name="Shape 10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Распечатать первые 16 степеней числа 2.</a:t>
            </a:r>
          </a:p>
        </p:txBody>
      </p:sp>
      <p:sp>
        <p:nvSpPr>
          <p:cNvPr hidden="false" id="108" name="Shape 108"/>
          <p:cNvSpPr txBox="true"/>
          <p:nvPr isPhoto="false">
            <p:ph idx="1" type="body"/>
          </p:nvPr>
        </p:nvSpPr>
        <p:spPr>
          <a:xfrm flipH="false" flipV="false" rot="0">
            <a:off x="828769" y="1835055"/>
            <a:ext cx="10515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print("Степени числа 2:")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for i in range(16):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print(f"2^{i} = {2**i}")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1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9" name="GroupShape 10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0" name="Shape 110"/>
          <p:cNvSpPr txBox="true"/>
          <p:nvPr isPhoto="false">
            <p:ph idx="0" type="title"/>
          </p:nvPr>
        </p:nvSpPr>
        <p:spPr>
          <a:xfrm flipH="false" flipV="false" rot="0">
            <a:off x="828769" y="365125"/>
            <a:ext cx="10515600" cy="1325562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10 целых чисел. Подсчитать, сколько среди них четных чисел.</a:t>
            </a:r>
          </a:p>
        </p:txBody>
      </p:sp>
      <p:sp>
        <p:nvSpPr>
          <p:cNvPr hidden="false" id="111" name="Shape 111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even_count = 0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for i in range(1, 11):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num = int(input(f"Введите число {i}: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if num % 2 == 0: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    even_count += 1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print(f"Количество четных чисел: {even_count}")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1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12" name="GroupShape 11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3" name="Shape 113"/>
          <p:cNvSpPr txBox="true"/>
          <p:nvPr isPhoto="false">
            <p:ph idx="0" type="title"/>
          </p:nvPr>
        </p:nvSpPr>
        <p:spPr>
          <a:xfrm flipH="false" flipV="false" rot="0">
            <a:off x="800477" y="441370"/>
            <a:ext cx="10515600" cy="1617116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10 целых чисел. Подсчитать, сколько среди них положительных, сколько отрицательных и сколько нулей.</a:t>
            </a:r>
          </a:p>
        </p:txBody>
      </p:sp>
      <p:sp>
        <p:nvSpPr>
          <p:cNvPr hidden="false" id="114" name="Shape 114"/>
          <p:cNvSpPr txBox="true"/>
          <p:nvPr isPhoto="false">
            <p:ph idx="1" type="body"/>
          </p:nvPr>
        </p:nvSpPr>
        <p:spPr>
          <a:xfrm flipH="false" flipV="false" rot="0">
            <a:off x="800477" y="2297159"/>
            <a:ext cx="10515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pos = neg = zero = 0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for i in range(1, 11):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num = int(input(f"Введите число {i}: 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if num &gt; 0: pos += 1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elif num &lt; 0: neg += 1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else: zero += 1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print(f"Положительных: {pos}, Отрицательных: {neg}, Нулей: {zero}")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1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15" name="GroupShape 11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6" name="Shape 11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10 целых чисел. Найти разницу между наибольшим и наименьшим.</a:t>
            </a:r>
          </a:p>
        </p:txBody>
      </p:sp>
      <p:sp>
        <p:nvSpPr>
          <p:cNvPr hidden="false" id="117" name="Shape 117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nums = [int(input(f"Введите число {i+1}: ")) for i in range(10)]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print(f"Разница: {max(nums) - min(nums)}")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1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18" name="GroupShape 11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9" name="Shape 119"/>
          <p:cNvSpPr txBox="true"/>
          <p:nvPr isPhoto="false">
            <p:ph idx="0" type="title"/>
          </p:nvPr>
        </p:nvSpPr>
        <p:spPr>
          <a:xfrm flipH="false" flipV="false" rot="0">
            <a:off x="828769" y="188614"/>
            <a:ext cx="10515600" cy="1690688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rPr sz="3600"/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sz="3600"/>
          </a:p>
        </p:txBody>
      </p:sp>
      <p:sp>
        <p:nvSpPr>
          <p:cNvPr hidden="false" id="120" name="Shape 120"/>
          <p:cNvSpPr txBox="true"/>
          <p:nvPr isPhoto="false">
            <p:ph idx="1" type="body"/>
          </p:nvPr>
        </p:nvSpPr>
        <p:spPr>
          <a:xfrm flipH="false" flipV="false" rot="0">
            <a:off x="819339" y="2004808"/>
            <a:ext cx="10515600" cy="4351337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A = [int(input(f"Введите элемент {i+1}: ")) for i in range(10)]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max_val = max(A)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count = A.count(max_val)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print(f"Максимальный элемент: {max_val}, количество вхождений: {count}")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1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1" name="GroupShape 12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2" name="Shape 122"/>
          <p:cNvSpPr txBox="true"/>
          <p:nvPr isPhoto="false">
            <p:ph idx="0" type="title"/>
          </p:nvPr>
        </p:nvSpPr>
        <p:spPr>
          <a:xfrm flipH="false" flipV="false" rot="0">
            <a:off x="84083" y="365125"/>
            <a:ext cx="12002814" cy="1325562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rPr sz="3600"/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sz="3600"/>
          </a:p>
        </p:txBody>
      </p:sp>
      <p:sp>
        <p:nvSpPr>
          <p:cNvPr hidden="false" id="123" name="Shape 123"/>
          <p:cNvSpPr txBox="true"/>
          <p:nvPr isPhoto="false">
            <p:ph idx="1" type="body"/>
          </p:nvPr>
        </p:nvSpPr>
        <p:spPr>
          <a:xfrm flipH="false" flipV="false" rot="0">
            <a:off x="808828" y="2104577"/>
            <a:ext cx="10515600" cy="4351337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# В Python индексы начинаются с 0. 0, 2, 4... → четные индексы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A = [int(input(f"Введите элемент {i+1}: ")) for i in range(10)]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sum_even_idx = sum(A[::2])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sum_odd_idx = sum(A[1::2])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print(f"Разница сумм (четные индексы - нечетные индексы): {sum_even_idx - sum_odd_idx}")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1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4" name="GroupShape 12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5" name="Shape 12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Подсчитать количество арабских цифр в тексте, введенном пользователем с клавиатуры.</a:t>
            </a:r>
          </a:p>
        </p:txBody>
      </p:sp>
      <p:sp>
        <p:nvSpPr>
          <p:cNvPr hidden="false" id="126" name="Shape 126"/>
          <p:cNvSpPr txBox="true"/>
          <p:nvPr isPhoto="false">
            <p:ph idx="1" type="body"/>
          </p:nvPr>
        </p:nvSpPr>
        <p:spPr>
          <a:xfrm flipH="false" flipV="false" rot="0">
            <a:off x="479833" y="1863347"/>
            <a:ext cx="10515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text = input("Введите текст: 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digit_count = sum(1 for char in text if char.isdigit())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print(f"Количество цифр: {digit_count}")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1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7" name="GroupShape 12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8" name="Shape 12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Убрать из строки, введенной пользователем все пробелы, и распечатать ее.</a:t>
            </a:r>
          </a:p>
        </p:txBody>
      </p:sp>
      <p:sp>
        <p:nvSpPr>
          <p:cNvPr hidden="false" id="129" name="Shape 129"/>
          <p:cNvSpPr txBox="true"/>
          <p:nvPr isPhoto="false">
            <p:ph idx="1" type="body"/>
          </p:nvPr>
        </p:nvSpPr>
        <p:spPr>
          <a:xfrm flipH="false" flipV="false" rot="0">
            <a:off x="838200" y="1816194"/>
            <a:ext cx="10515600" cy="4351337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text = input("Введите строку: 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print(text.replace(" ", ""))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1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0" name="GroupShape 13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1" name="Shape 13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Распечатать первое слово из строки, введенной пользователем с клавиатуры.</a:t>
            </a:r>
          </a:p>
        </p:txBody>
      </p:sp>
      <p:sp>
        <p:nvSpPr>
          <p:cNvPr hidden="false" id="132" name="Shape 132"/>
          <p:cNvSpPr txBox="true"/>
          <p:nvPr isPhoto="false">
            <p:ph idx="1" type="body"/>
          </p:nvPr>
        </p:nvSpPr>
        <p:spPr>
          <a:xfrm flipH="false" flipV="false" rot="0">
            <a:off x="838200" y="1844486"/>
            <a:ext cx="10515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text = input("Введите строку: 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first_word = text.strip().split()[0] if text.strip() else ""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print(f"Первое слово: {first_word}")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2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3" name="GroupShape 13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4" name="Shape 134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с клавиатуры текст. Записать его в файл.</a:t>
            </a:r>
          </a:p>
        </p:txBody>
      </p:sp>
      <p:sp>
        <p:nvSpPr>
          <p:cNvPr hidden="false" id="135" name="Shape 135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text = input("Введите текст для сохранения: 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with open("user_text.txt", "w", encoding="utf-8") as f: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f.write(text)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print("Текст успешно записан в файл user_text.txt")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2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6" name="GroupShape 13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7" name="Shape 137"/>
          <p:cNvSpPr txBox="true"/>
          <p:nvPr isPhoto="false">
            <p:ph idx="0" type="title"/>
          </p:nvPr>
        </p:nvSpPr>
        <p:spPr>
          <a:xfrm flipH="false" flipV="false" rot="0">
            <a:off x="-37722" y="-30964"/>
            <a:ext cx="12192000" cy="1325562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rPr sz="2000"/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sz="2000"/>
              <a:t>[N,M]</a:t>
            </a:r>
            <a:r>
              <a:rPr sz="2000"/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</a:p>
        </p:txBody>
      </p:sp>
      <p:sp>
        <p:nvSpPr>
          <p:cNvPr hidden="false" id="138" name="Shape 138"/>
          <p:cNvSpPr txBox="true"/>
          <p:nvPr isPhoto="false">
            <p:ph idx="1" type="body"/>
          </p:nvPr>
        </p:nvSpPr>
        <p:spPr>
          <a:xfrm flipH="false" flipV="false" rot="0">
            <a:off x="5134701" y="750486"/>
            <a:ext cx="6463118" cy="5713033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1100"/>
              <a:t>N = int(input("Введите нижнюю границу диапазона N: "))</a:t>
            </a:r>
            <a:endParaRPr sz="11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1100"/>
              <a:t>M = int(input("Введите верхнюю границу диапазона M: "))</a:t>
            </a:r>
            <a:endParaRPr sz="11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endParaRPr sz="11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1100"/>
              <a:t>low, high = N, M</a:t>
            </a:r>
            <a:endParaRPr sz="11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1100"/>
              <a:t>attempts = 0</a:t>
            </a:r>
            <a:endParaRPr sz="11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endParaRPr sz="11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1100"/>
              <a:t>while low &lt;= high:</a:t>
            </a:r>
            <a:endParaRPr sz="11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1100"/>
              <a:t>    mid = (low + high) // 2</a:t>
            </a:r>
            <a:endParaRPr sz="11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1100"/>
              <a:t>    attempts += 1</a:t>
            </a:r>
            <a:endParaRPr sz="11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</a:t>
            </a:r>
            <a:r>
              <a:rPr sz="900"/>
              <a:t>ans1 = input(f"Ваше число больше {mid}? (да/нет): ").strip().lower()</a:t>
            </a:r>
            <a:endParaRPr sz="9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900"/>
              <a:t>    </a:t>
            </a:r>
            <a:endParaRPr sz="9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900"/>
              <a:t>    if ans1 == 'да':</a:t>
            </a:r>
            <a:endParaRPr sz="9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900"/>
              <a:t>        low = mid + 1</a:t>
            </a:r>
            <a:endParaRPr sz="9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900"/>
              <a:t>    else:</a:t>
            </a:r>
            <a:endParaRPr sz="9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   </a:t>
            </a:r>
            <a:r>
              <a:rPr sz="1100"/>
              <a:t> a</a:t>
            </a:r>
            <a:r>
              <a:rPr sz="1100"/>
              <a:t>ns</a:t>
            </a:r>
            <a:r>
              <a:rPr sz="1100"/>
              <a:t>2 = input(f"Ваше число меньше {mid}? (да/нет): ").strip().lower()</a:t>
            </a:r>
            <a:endParaRPr sz="11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1100"/>
              <a:t>        if ans2 == 'да':</a:t>
            </a:r>
            <a:endParaRPr sz="11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1100"/>
              <a:t>            high = mid - 1</a:t>
            </a:r>
            <a:endParaRPr sz="11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t>       </a:t>
            </a:r>
            <a:r>
              <a:rPr sz="900"/>
              <a:t> else:</a:t>
            </a:r>
            <a:endParaRPr sz="9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900"/>
              <a:t>            print(f"✅ Загаданное число: {mid}. Компьютер угадал за {attempts} вопросов!")</a:t>
            </a:r>
            <a:endParaRPr sz="9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900"/>
              <a:t>            break</a:t>
            </a:r>
            <a:endParaRPr sz="9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900"/>
              <a:t>else:</a:t>
            </a:r>
            <a:endParaRPr sz="9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sz="1100"/>
              <a:t>    print("❌ Противоречивые ответы! Попробуйте </a:t>
            </a:r>
            <a:r>
              <a:rPr sz="1100"/>
              <a:t>начать заново.")</a:t>
            </a:r>
            <a:endParaRPr sz="1100"/>
          </a:p>
          <a:p>
            <a:pPr algn="l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MyOffice-CoreFramework-Linux/38-1384.1107.10199.1019.1@18975027e3ee4b688e27426d4a78178cb841a344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terms:modified xsi:type="dcterms:W3CDTF">2026-05-15T20:42:42Z</dcterms:modified>
</cp:coreProperties>
</file>