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10.jpeg" ContentType="image/jpeg"/>
  <Override PartName="/ppt/media/image11.jpeg" ContentType="image/jpeg"/>
  <Override PartName="/ppt/media/image9.jpeg" ContentType="image/jpeg"/>
  <Override PartName="/ppt/media/image8.jpeg" ContentType="image/jpeg"/>
  <Override PartName="/ppt/media/image2.jpeg" ContentType="image/jpeg"/>
  <Override PartName="/ppt/media/image13.jpeg" ContentType="image/jpeg"/>
  <Override PartName="/ppt/media/image7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17.xml" ContentType="application/vnd.openxmlformats-officedocument.theme+xml"/>
  <Override PartName="/ppt/theme/theme14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170519975197"/>
          <c:y val="0.904597395694924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61243224"/>
        <c:axId val="18986299"/>
      </c:barChart>
      <c:catAx>
        <c:axId val="61243224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18986299"/>
        <c:crosses val="autoZero"/>
        <c:auto val="1"/>
        <c:lblAlgn val="ctr"/>
        <c:lblOffset val="100"/>
        <c:noMultiLvlLbl val="0"/>
      </c:catAx>
      <c:valAx>
        <c:axId val="1898629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6124322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8794409"/>
        <c:axId val="75589503"/>
      </c:barChart>
      <c:catAx>
        <c:axId val="58794409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75589503"/>
        <c:crosses val="autoZero"/>
        <c:auto val="1"/>
        <c:lblAlgn val="ctr"/>
        <c:lblOffset val="100"/>
        <c:noMultiLvlLbl val="0"/>
      </c:catAx>
      <c:valAx>
        <c:axId val="75589503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879440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1931020"/>
        <c:axId val="85983399"/>
      </c:barChart>
      <c:catAx>
        <c:axId val="4193102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5983399"/>
        <c:crosses val="autoZero"/>
        <c:auto val="1"/>
        <c:lblAlgn val="ctr"/>
        <c:lblOffset val="100"/>
        <c:noMultiLvlLbl val="0"/>
      </c:catAx>
      <c:valAx>
        <c:axId val="8598339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4193102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5E7F3-B8DE-4906-97C1-EAF2A913A0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57B284-5362-47E5-968C-3336E37181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E2BF19D-8047-467B-B2AD-D54530D43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43053F-350E-40CD-AEF1-E52EA69140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06A5DC-3C30-4E0B-8B5A-24B1F5A3AE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2FC0A44-D064-4CC6-ACE7-E99D65BDC7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5521C85-FE99-4099-9154-A389B28A8C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917367A-F9CB-4E7F-AF9A-564B723F88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03EFC7-3720-4388-9016-3BFC881263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A2E09FB-717E-4910-A4DB-1F2DA5A7E7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671780E-F65F-48DE-8E8D-A07C96299E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952D9226-15A8-45A1-A956-1ABB036523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DF892C47-3564-4644-82ED-5C1DD968EB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C2A4B155-BE71-4044-BB7B-2BFA0108EB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1F70F0E3-F766-4666-AFB6-663CA599B0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533E1AA9-D761-4992-98CA-DF751140B6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A55E8D1A-F4EE-44DD-B8D8-82EBB27909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458040" y="1709640"/>
            <a:ext cx="5152680" cy="25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8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3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458040" y="4589640"/>
            <a:ext cx="5152680" cy="15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5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8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1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4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0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222800" y="1054080"/>
            <a:ext cx="7387920" cy="32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689440" y="4589640"/>
            <a:ext cx="5920920" cy="15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3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6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PlaceHolder 8"/>
          <p:cNvSpPr>
            <a:spLocks noGrp="1"/>
          </p:cNvSpPr>
          <p:nvPr>
            <p:ph type="sldNum" idx="39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42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85" name="Диаграмма 8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45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0" name="Диаграмма 7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8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4" name="Диаграмма 10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1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8" name="Диаграмма 11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23 Февраля - День защитника Отечества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Поздравляем с Днем защитника Отечества!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Желаем мужества, силы и героизма!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🎖️🇺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1" name="Picture 3" descr="Кошка.jpg"/>
          <p:cNvPicPr/>
          <p:nvPr/>
        </p:nvPicPr>
        <p:blipFill>
          <a:blip r:embed="rId1"/>
          <a:stretch/>
        </p:blipFill>
        <p:spPr>
          <a:xfrm>
            <a:off x="8777160" y="16902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Наши защитники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Спасибо за вашу службу и защиту!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Мирного неба и благополучия!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⭐🎖️⭐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4" name="Picture 3" descr="Кошка.jpg"/>
          <p:cNvPicPr/>
          <p:nvPr/>
        </p:nvPicPr>
        <p:blipFill>
          <a:blip r:embed="rId1"/>
          <a:stretch/>
        </p:blipFill>
        <p:spPr>
          <a:xfrm>
            <a:off x="8460000" y="16200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8 Марта - Международный женский день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Поздравляем с Международным женским днем!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Желаем счастья, любви и красоты!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🌸💐🌺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7" name="Picture 3" descr="Кошка.jpg"/>
          <p:cNvPicPr/>
          <p:nvPr/>
        </p:nvPicPr>
        <p:blipFill>
          <a:blip r:embed="rId1"/>
          <a:stretch/>
        </p:blipFill>
        <p:spPr>
          <a:xfrm>
            <a:off x="8777160" y="224316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Прекрасным дамам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Вы украшаете этот мир!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Здоровья, удачи и вдохновения!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💖💖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0" name="Picture 3" descr="Кошка.jpg"/>
          <p:cNvPicPr/>
          <p:nvPr/>
        </p:nvPicPr>
        <p:blipFill>
          <a:blip r:embed="rId1"/>
          <a:stretch/>
        </p:blipFill>
        <p:spPr>
          <a:xfrm>
            <a:off x="8777160" y="16902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Весеннее настроение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Пусть весна подарит радость!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Тепла, улыбок и цветов!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🌷🌼🌻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3" name="Picture 3" descr="Кошка.jpg"/>
          <p:cNvPicPr/>
          <p:nvPr/>
        </p:nvPicPr>
        <p:blipFill>
          <a:blip r:embed="rId1"/>
          <a:stretch/>
        </p:blipFill>
        <p:spPr>
          <a:xfrm>
            <a:off x="8417160" y="19800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Женская красота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Вы прекрасны в любой день!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Но сегодня особенно!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✨💫✨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6" name="Picture 3" descr="Кошка.jpg"/>
          <p:cNvPicPr/>
          <p:nvPr/>
        </p:nvPicPr>
        <p:blipFill>
          <a:blip r:embed="rId1"/>
          <a:stretch/>
        </p:blipFill>
        <p:spPr>
          <a:xfrm>
            <a:off x="8610480" y="16200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Любимым женщинам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Спасибо за вашу заботу и любовь!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Будьте счастливы всегда!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💕💕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9" name="Picture 3" descr="Кошка.jpg"/>
          <p:cNvPicPr/>
          <p:nvPr/>
        </p:nvPicPr>
        <p:blipFill>
          <a:blip r:embed="rId1"/>
          <a:stretch/>
        </p:blipFill>
        <p:spPr>
          <a:xfrm>
            <a:off x="8460000" y="182556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Мамочкам и бабушкам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Низкий поклон за вашу доброту!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Здоровья и долгих лет!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👵👧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2" name="Picture 3" descr="Кошка.jpg"/>
          <p:cNvPicPr/>
          <p:nvPr/>
        </p:nvPicPr>
        <p:blipFill>
          <a:blip r:embed="rId1"/>
          <a:stretch/>
        </p:blipFill>
        <p:spPr>
          <a:xfrm>
            <a:off x="8820000" y="16200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Коллегам и подругам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Желаем успехов во всем!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Карьерного роста и удачи!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💼💼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5" name="Picture 3" descr="Кошка.jpg"/>
          <p:cNvPicPr/>
          <p:nvPr/>
        </p:nvPicPr>
        <p:blipFill>
          <a:blip r:embed="rId1"/>
          <a:stretch/>
        </p:blipFill>
        <p:spPr>
          <a:xfrm>
            <a:off x="8417160" y="14400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С 8 Марта!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Пусть все мечты сбудутся!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С праздником весны и красоты!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🎊🌺🎊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8" name="Picture 3" descr="Кошка.jpg"/>
          <p:cNvPicPr/>
          <p:nvPr/>
        </p:nvPicPr>
        <p:blipFill>
          <a:blip r:embed="rId1"/>
          <a:stretch/>
        </p:blipFill>
        <p:spPr>
          <a:xfrm>
            <a:off x="8460000" y="1260000"/>
            <a:ext cx="2742840" cy="39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2026-03-07T09:55:37Z</dcterms:modified>
  <cp:revision>51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